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As-Is Process Map — Current State Order Fulfilment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PARTICIPANT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Phase 1 —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As-Is Process Map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65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Participant Template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2920"/>
            <a:ext cx="12188952" cy="201168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512064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C2416"/>
                </a:solidFill>
              </a:rPr>
              <a:t>Instructions: Based on your interviews, map the order journey in the correct swimlane. Show each step as a labelled box with arrows showing flow. Mark problem areas with a red dot 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" y="704088"/>
            <a:ext cx="16459" cy="55549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04088"/>
            <a:ext cx="12188952" cy="11109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704088"/>
            <a:ext cx="960120" cy="1110996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" y="978408"/>
            <a:ext cx="923544" cy="83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805940"/>
            <a:ext cx="12188952" cy="10972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1115568"/>
            <a:ext cx="10863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AA9B"/>
                </a:solidFill>
              </a:rPr>
              <a:t>Draw customer steps here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815084"/>
            <a:ext cx="12188952" cy="1110996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15084"/>
            <a:ext cx="960120" cy="1110996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" y="2089404"/>
            <a:ext cx="923544" cy="83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Cashier
(Aunty Mary)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916936"/>
            <a:ext cx="12188952" cy="10972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2226564"/>
            <a:ext cx="10863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AA9B"/>
                </a:solidFill>
              </a:rPr>
              <a:t>Draw cashier steps here 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926080"/>
            <a:ext cx="12188952" cy="11109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960120" cy="1110996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" y="3200400"/>
            <a:ext cx="923544" cy="83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Barista A
(Salmiah)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027932"/>
            <a:ext cx="12188952" cy="10972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337560"/>
            <a:ext cx="10863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AA9B"/>
                </a:solidFill>
              </a:rPr>
              <a:t>Draw Barista A steps here 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037076"/>
            <a:ext cx="12188952" cy="1110996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037076"/>
            <a:ext cx="960120" cy="1110996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" y="4311396"/>
            <a:ext cx="923544" cy="83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Kitchen
(Darren + Chew)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138928"/>
            <a:ext cx="12188952" cy="10972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448556"/>
            <a:ext cx="10863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AA9B"/>
                </a:solidFill>
              </a:rPr>
              <a:t>Draw kitchen steps here 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148072"/>
            <a:ext cx="12188952" cy="11109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148072"/>
            <a:ext cx="960120" cy="1110996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" y="5422392"/>
            <a:ext cx="923544" cy="83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Collection
(Uncle John)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559552"/>
            <a:ext cx="10863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4AA9B"/>
                </a:solidFill>
              </a:rPr>
              <a:t>Draw collection steps here 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77356"/>
            <a:ext cx="12188952" cy="301752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" y="6313932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HOW TO MAP:    [Process step]  = a task or action performed by that role    ——→  = sequence / flow between steps    ●  = pain point or problem (annotate in red)    Each box should contain: a short verb phrase     Example: "Customer states order verbally" or "Mary writes chit"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