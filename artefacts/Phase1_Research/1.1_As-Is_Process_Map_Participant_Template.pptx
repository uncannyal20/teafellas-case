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36576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TEA FELLAS    As-Is Process Map — Current State Order Fulfilment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966960" y="54864"/>
            <a:ext cx="2103120" cy="393192"/>
          </a:xfrm>
          <a:prstGeom prst="rect">
            <a:avLst/>
          </a:prstGeom>
          <a:solidFill>
            <a:srgbClr val="C17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5486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PARTICIPANT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Phase 1 — Research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" y="65653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B5A3E"/>
                </a:solidFill>
              </a:rPr>
              <a:t>Tea Fellas — As-Is Process Map · Phase 1 — Research · HDB TPO Product Workshop ·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6B5A3E"/>
                </a:solidFill>
              </a:rPr>
              <a:t>Participant Template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2920"/>
            <a:ext cx="12188952" cy="201168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" y="512064"/>
            <a:ext cx="1188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C2416"/>
                </a:solidFill>
              </a:rPr>
              <a:t>Instructions: Based on your interviews, map the order journey in the correct swimlane. Show each step as a labelled box with arrows showing flow. Mark problem areas with a red dot 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3660" y="704088"/>
            <a:ext cx="16459" cy="5554980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04088"/>
            <a:ext cx="12188952" cy="11109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04088"/>
            <a:ext cx="960120" cy="1110996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" y="978408"/>
            <a:ext cx="923544" cy="836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Customer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805940"/>
            <a:ext cx="12188952" cy="10972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1115568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AA9B"/>
                </a:solidFill>
              </a:rPr>
              <a:t>Draw customer steps here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1815084"/>
            <a:ext cx="12188952" cy="1110996"/>
          </a:xfrm>
          <a:prstGeom prst="rect">
            <a:avLst/>
          </a:prstGeom>
          <a:solidFill>
            <a:srgbClr val="F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15084"/>
            <a:ext cx="960120" cy="1110996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" y="2089404"/>
            <a:ext cx="923544" cy="836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Cashier
(Aunty Mary)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2916936"/>
            <a:ext cx="12188952" cy="10972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2226564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AA9B"/>
                </a:solidFill>
              </a:rPr>
              <a:t>Draw cashier steps here 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88952" cy="11109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926080"/>
            <a:ext cx="960120" cy="1110996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" y="3200400"/>
            <a:ext cx="923544" cy="836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Barista A
(Salmiah)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027932"/>
            <a:ext cx="12188952" cy="10972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3337560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AA9B"/>
                </a:solidFill>
              </a:rPr>
              <a:t>Draw Barista A steps here 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4037076"/>
            <a:ext cx="12188952" cy="1110996"/>
          </a:xfrm>
          <a:prstGeom prst="rect">
            <a:avLst/>
          </a:prstGeom>
          <a:solidFill>
            <a:srgbClr val="F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4037076"/>
            <a:ext cx="960120" cy="1110996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288" y="4311396"/>
            <a:ext cx="923544" cy="836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Kitchen
(Darren + Chew)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138928"/>
            <a:ext cx="12188952" cy="10972"/>
          </a:xfrm>
          <a:prstGeom prst="rect">
            <a:avLst/>
          </a:prstGeom>
          <a:solidFill>
            <a:srgbClr val="D4C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448556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AA9B"/>
                </a:solidFill>
              </a:rPr>
              <a:t>Draw kitchen steps here 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148072"/>
            <a:ext cx="12188952" cy="11109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5148072"/>
            <a:ext cx="960120" cy="1110996"/>
          </a:xfrm>
          <a:prstGeom prst="rect">
            <a:avLst/>
          </a:prstGeom>
          <a:solidFill>
            <a:srgbClr val="2D5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" y="5422392"/>
            <a:ext cx="923544" cy="8366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Collection
(Uncle John)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5559552"/>
            <a:ext cx="10863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4AA9B"/>
                </a:solidFill>
              </a:rPr>
              <a:t>Draw collection steps here 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277356"/>
            <a:ext cx="12188952" cy="301752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" y="6313932"/>
            <a:ext cx="1188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C2416"/>
                </a:solidFill>
              </a:rPr>
              <a:t>HOW TO MAP:    [Process step]  = a task or action performed by that role    ——→  = sequence / flow between steps    ●  = pain point or problem (annotate in red)    Each box should contain: a short verb phrase     Example: "Customer states order verbally" or "Mary writes chit"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