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591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Solution Concept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8A94A"/>
                </a:solidFill>
              </a:rPr>
              <a:t>Phase 3 — Ideate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72591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Participant Template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402336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0" y="4023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2416"/>
                </a:solidFill>
              </a:rPr>
              <a:t>Team: _______________________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023360"/>
            <a:ext cx="34747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023360"/>
            <a:ext cx="3474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2C2416"/>
                </a:solidFill>
              </a:rPr>
              <a:t>Date: _______________________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72591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ACCAA"/>
                </a:solidFill>
              </a:rPr>
              <a:t>Tea Fellas — BPR Workshop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457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Solution Concept Canvas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0" y="45720"/>
            <a:ext cx="4389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CCDDCC"/>
                </a:solidFill>
              </a:rPr>
              <a:t>Solution name: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0" y="73152"/>
            <a:ext cx="3566160" cy="1645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4592" y="594360"/>
            <a:ext cx="5888736" cy="202996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64592" y="594360"/>
            <a:ext cx="5888736" cy="34747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37744" y="64008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" y="6309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A27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008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CUSTOMER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978408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is the core problem or unmet need?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6032" y="1152144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" y="1514856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evidence do we have?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" y="1688592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" y="2051304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Who experiences this most acutely?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6032" y="2225040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35624" y="594360"/>
            <a:ext cx="5888736" cy="202996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35624" y="594360"/>
            <a:ext cx="5888736" cy="34747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640080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08776" y="630936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A27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9672" y="640080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VALUE PROPOSITION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27064" y="978408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do customers get from this solution?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27064" y="1152144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27064" y="1514856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How does it directly answer their need?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27064" y="1688592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27064" y="2051304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Why would they choose this over alternatives?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27064" y="2225040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64592" y="2706624"/>
            <a:ext cx="5888736" cy="202996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64592" y="2706624"/>
            <a:ext cx="5888736" cy="34747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" y="2752344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37744" y="27432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A27"/>
                </a:solidFill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2752344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SOLUTION OVERVIEW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" y="3090672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are we proposing to build or change?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56032" y="3264408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6032" y="3627120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How does it meet the need identified?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800856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56032" y="4163568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is explicitly out of scope?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56032" y="4337304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35624" y="2706624"/>
            <a:ext cx="5888736" cy="202996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35624" y="2706624"/>
            <a:ext cx="5888736" cy="34747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08776" y="2752344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08776" y="2743200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A27"/>
                </a:solidFill>
              </a:rPr>
              <a:t>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19672" y="2752344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KEY FEATURES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27064" y="3090672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Must have (Day 1 essentials)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27064" y="3264408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27064" y="3627120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Nice to have (Phase 2+)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27064" y="3800856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27064" y="4163568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Release / go-live criteria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27064" y="4337304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" y="4818888"/>
            <a:ext cx="5888736" cy="202996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64592" y="4818888"/>
            <a:ext cx="5888736" cy="34747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37744" y="486460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7744" y="48554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A27"/>
                </a:solidFill>
              </a:rPr>
              <a:t>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864608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EXPECTED OUTCOMES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6032" y="5202936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changes for the customer?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6032" y="5376672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6032" y="5739384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changes for the business?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56032" y="5913120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6032" y="6275832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How does this connect to the long-term vision?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56032" y="6449568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135624" y="4818888"/>
            <a:ext cx="5888736" cy="2029968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135624" y="4818888"/>
            <a:ext cx="5888736" cy="347472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208776" y="4864608"/>
            <a:ext cx="256032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208776" y="4855464"/>
            <a:ext cx="2560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5A27"/>
                </a:solidFill>
              </a:rPr>
              <a:t>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19672" y="4864608"/>
            <a:ext cx="54315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SUCCESS MEASURES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27064" y="5202936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will we measure?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227064" y="5376672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227064" y="5739384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What are our targets?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227064" y="5913120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27064" y="6275832"/>
            <a:ext cx="5705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>
                <a:solidFill>
                  <a:srgbClr val="6B5A3E"/>
                </a:solidFill>
              </a:rPr>
              <a:t>How and when will we check progress?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227064" y="6449568"/>
            <a:ext cx="5705856" cy="3169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" y="731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Facilitator Notes — Solution Concept Canvas</a:t>
            </a:r>
          </a:p>
        </p:txBody>
      </p:sp>
      <p:sp>
        <p:nvSpPr>
          <p:cNvPr id="5" name="Rectangle 4"/>
          <p:cNvSpPr/>
          <p:nvPr/>
        </p:nvSpPr>
        <p:spPr>
          <a:xfrm>
            <a:off x="164592" y="640080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64592" y="640080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6032" y="6675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1  Customer Need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" y="932688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Ground the conversation in evidence. Use your research (Phase 1) and problem statements (Phase 2). Be specific — avoid generic statements like "customers want convenience."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" y="2176272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64592" y="2176272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56032" y="2203703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2  Value Proposition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" y="2468879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Focus on the customer's perspective. What job does the solution do for them? Why is this meaningfully better than the status quo?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" y="3712463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64592" y="3712463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6032" y="373989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3  Solution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" y="4005072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Keep the description high-level. The "out of scope" box is critical — it prevents scope creep and keeps the team aligned on boundaries.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4592" y="5248656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64592" y="5248656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032" y="5276088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4  Key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" y="5541264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Distinguish ruthlessly between Day 1 must-haves and future nice-to-haves. Release criteria define your Definition of Done.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99631" y="640080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9631" y="640080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91071" y="667512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5  Expected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91071" y="932688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Separate customer outcomes from business outcomes. Link both to the strategic vision to ensure alignment with Tea Fellas' long-term goals.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99631" y="2176272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99631" y="2176272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1" y="2203703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6  Success Measures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1" y="2468879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Tie measures to the outcomes above. Targets should be SMART. Agree a review cadence before leaving the room.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99631" y="3712463"/>
            <a:ext cx="5760720" cy="1417320"/>
          </a:xfrm>
          <a:prstGeom prst="rect">
            <a:avLst/>
          </a:prstGeom>
          <a:solidFill>
            <a:srgbClr val="FDFA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9631" y="3712463"/>
            <a:ext cx="5760720" cy="256032"/>
          </a:xfrm>
          <a:prstGeom prst="rect">
            <a:avLst/>
          </a:prstGeom>
          <a:solidFill>
            <a:srgbClr val="EEF5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91071" y="3739896"/>
            <a:ext cx="5577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2D5A27"/>
                </a:solidFill>
              </a:rPr>
              <a:t>Tips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91071" y="4005072"/>
            <a:ext cx="557784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2C2416"/>
                </a:solidFill>
              </a:rPr>
              <a:t>• Complete panels 1 → 6 in order — each builds on the previous.
• Allow 10–12 minutes per panel.
• Use sticky notes on a printed copy before transferring to the digital template.
• If you disagree, capture both views — resolve after the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